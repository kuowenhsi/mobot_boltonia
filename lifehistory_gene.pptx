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340"/>
  </p:normalViewPr>
  <p:slideViewPr>
    <p:cSldViewPr snapToGrid="0">
      <p:cViewPr varScale="1">
        <p:scale>
          <a:sx n="109" d="100"/>
          <a:sy n="109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3D93-A285-1122-4D15-6902C7A52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361A9-A002-02F1-1CA2-AC6EFFF3B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EDCA4-3509-1E7A-704B-EAEFE8F0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11109-FF49-F248-B3FD-82A3F8429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6E2D7-BEA2-C5C6-C30B-95961BE3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4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93D8-F0A3-6951-B16B-9EE7A29A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434C4-C0F4-1376-0B71-8A95EB9E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B35C1-BC84-8602-91D9-9CE2AFF3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660DE-E361-3175-2C70-CA6ECA03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C0E04-B0F7-BE64-AE7F-18CB45CA6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1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8BFE-5CE2-2987-D196-445D828DC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252C7-B33E-45A7-40FF-A492168FF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9B58A-BC3E-D185-AE7A-E8B4CCA48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3F487-C3D7-9938-BF73-AF0900E3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BEB1E-70C8-C56E-2616-82BB7715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18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0E21-7D4B-2B55-1132-29EBB1598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E44EF-B2EE-324E-55C5-618A1FCD4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F2D84-3D54-1A69-EEA1-86DD62718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14618-CFE1-6BEF-6CB0-710BB7FC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D1FB-320F-4866-DD56-EA8910A8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860DB-E515-45B3-40BA-99E5B520E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3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9C8C-A2CF-43EC-9F6E-6F3B20D93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67FF3-B41B-6E76-716E-1CE4215B8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22927-BA8D-B150-484D-F22D6AEA9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5F008A-5CB1-62A6-C962-369771F49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8A022-CA77-7F6C-848B-75AAEAD1E0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F5551-B80B-626D-D5D7-78404ED1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D0F3B-BEE9-6D76-FCCA-1F5B942B2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883E8-C334-ED3D-61FF-ADCA79D5E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432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0A4B-E4DE-8C98-5BA0-2D438E825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BFB89F-C32B-C905-3681-88C6719F8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E9C7C0-481C-EE36-3496-50FC4062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05C6A-CA7B-1650-6F10-8AF4EA39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17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1C08F8-0207-187A-608C-362158A2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0B937-11A3-3065-32E7-E4D77EA25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274FC8-DEC0-0076-2AE6-BF80BE02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1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7E73-4636-CEB8-8600-20EB518F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F2A83-2D29-7A96-C2B8-E2A35A3D5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A41EF-8AB4-4DE4-9FC9-8E4180624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864D8-E4F9-F478-EFF0-1866036CF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812F9-21E6-E5C4-267C-42538BD7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F9B67-B32E-27B7-596C-B7E1F1992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13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910BB-CE26-C867-60B0-38819556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5D1EF5-2969-F7F8-8E8A-34627BBF1F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B9926-12B9-A9CC-2F74-8A847C9B8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EC76D-AE20-DC41-0365-8CC9C938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B627A-4026-CB85-5C0F-E012B430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46FCC-6266-A62D-BF80-64FCDAA6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5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71C3F-3EE6-8C80-DED9-F93062AAE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2AD2E-9E49-A823-D147-2E537B419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48EE9-4238-77FD-A3C9-71FC53111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32FF-AD19-713B-1C45-6D49FBD3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F43FC-1CFF-2DAA-7C7E-FADA8BF2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13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E50EDC-76F0-5A9B-85F3-969FB4025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1ED6B1-3252-8F01-8486-879206E853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A7BD-CF20-401C-0F44-77C07ED1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DE37-9E8B-C7E2-1422-0CCB169DA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7BBB8-E7D8-D413-1E86-21B16EE6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0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E607C0-8725-62C2-BECD-462A3AD90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07BB8-33F0-E4C5-36BF-545B08FCD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6457A-19CE-E5C0-9A07-563E99712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E8082-048E-1447-866C-00E9AA2BA6E1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F689D-4EE7-C7B6-4117-27D2C8FC36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6D1A2-899C-7293-43F2-99D84A762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983C1-45E3-BC4A-8EC3-E49592CEE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08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C356-D807-BD99-03D8-1B4BC1470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EE15B-581C-F305-682B-CBD756489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43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E294911-135B-1630-6019-3B4EF1B81862}"/>
              </a:ext>
            </a:extLst>
          </p:cNvPr>
          <p:cNvCxnSpPr/>
          <p:nvPr/>
        </p:nvCxnSpPr>
        <p:spPr>
          <a:xfrm>
            <a:off x="2107323" y="5887514"/>
            <a:ext cx="72521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B40A07F-DE5E-1978-A9FC-2F2B0B1C16C5}"/>
              </a:ext>
            </a:extLst>
          </p:cNvPr>
          <p:cNvSpPr/>
          <p:nvPr/>
        </p:nvSpPr>
        <p:spPr>
          <a:xfrm>
            <a:off x="2969172" y="5712779"/>
            <a:ext cx="1618593" cy="349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C4962F-A7C4-7F3B-01B8-EF9DFE705C5D}"/>
              </a:ext>
            </a:extLst>
          </p:cNvPr>
          <p:cNvSpPr/>
          <p:nvPr/>
        </p:nvSpPr>
        <p:spPr>
          <a:xfrm>
            <a:off x="6663558" y="5712779"/>
            <a:ext cx="1618593" cy="349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F18271-CB8A-2C0C-1565-24386990FF1F}"/>
              </a:ext>
            </a:extLst>
          </p:cNvPr>
          <p:cNvCxnSpPr>
            <a:cxnSpLocks/>
          </p:cNvCxnSpPr>
          <p:nvPr/>
        </p:nvCxnSpPr>
        <p:spPr>
          <a:xfrm>
            <a:off x="3153103" y="4932186"/>
            <a:ext cx="51710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5E93689-A314-AE93-1D69-1CC738631792}"/>
              </a:ext>
            </a:extLst>
          </p:cNvPr>
          <p:cNvSpPr/>
          <p:nvPr/>
        </p:nvSpPr>
        <p:spPr>
          <a:xfrm>
            <a:off x="4014952" y="4757451"/>
            <a:ext cx="1618593" cy="349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995163-28BB-B0D9-BA69-44EC3FB052A7}"/>
              </a:ext>
            </a:extLst>
          </p:cNvPr>
          <p:cNvSpPr/>
          <p:nvPr/>
        </p:nvSpPr>
        <p:spPr>
          <a:xfrm>
            <a:off x="5633545" y="4757451"/>
            <a:ext cx="1618593" cy="3494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57353-0255-885F-7666-676E9A5B8CA4}"/>
              </a:ext>
            </a:extLst>
          </p:cNvPr>
          <p:cNvSpPr txBox="1"/>
          <p:nvPr/>
        </p:nvSpPr>
        <p:spPr>
          <a:xfrm>
            <a:off x="5019222" y="5528113"/>
            <a:ext cx="1218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U12 intron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A3CB9-4A49-0509-0E66-C75BF9A900B4}"/>
              </a:ext>
            </a:extLst>
          </p:cNvPr>
          <p:cNvSpPr txBox="1"/>
          <p:nvPr/>
        </p:nvSpPr>
        <p:spPr>
          <a:xfrm>
            <a:off x="9144000" y="3152001"/>
            <a:ext cx="304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U12 </a:t>
            </a:r>
            <a:r>
              <a:rPr lang="en-US" sz="12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intronspecific</a:t>
            </a:r>
            <a:r>
              <a:rPr lang="en-US" sz="12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spliceosome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D13BC1A-5865-403A-7885-F738857E0784}"/>
              </a:ext>
            </a:extLst>
          </p:cNvPr>
          <p:cNvSpPr/>
          <p:nvPr/>
        </p:nvSpPr>
        <p:spPr>
          <a:xfrm>
            <a:off x="6789683" y="3798056"/>
            <a:ext cx="462455" cy="538202"/>
          </a:xfrm>
          <a:custGeom>
            <a:avLst/>
            <a:gdLst>
              <a:gd name="csX0" fmla="*/ 567559 w 725871"/>
              <a:gd name="csY0" fmla="*/ 3935 h 844763"/>
              <a:gd name="csX1" fmla="*/ 157655 w 725871"/>
              <a:gd name="csY1" fmla="*/ 14446 h 844763"/>
              <a:gd name="csX2" fmla="*/ 105104 w 725871"/>
              <a:gd name="csY2" fmla="*/ 45977 h 844763"/>
              <a:gd name="csX3" fmla="*/ 73573 w 725871"/>
              <a:gd name="csY3" fmla="*/ 56487 h 844763"/>
              <a:gd name="csX4" fmla="*/ 42042 w 725871"/>
              <a:gd name="csY4" fmla="*/ 130060 h 844763"/>
              <a:gd name="csX5" fmla="*/ 21021 w 725871"/>
              <a:gd name="csY5" fmla="*/ 172101 h 844763"/>
              <a:gd name="csX6" fmla="*/ 10510 w 725871"/>
              <a:gd name="csY6" fmla="*/ 214142 h 844763"/>
              <a:gd name="csX7" fmla="*/ 0 w 725871"/>
              <a:gd name="csY7" fmla="*/ 245673 h 844763"/>
              <a:gd name="csX8" fmla="*/ 21021 w 725871"/>
              <a:gd name="csY8" fmla="*/ 539963 h 844763"/>
              <a:gd name="csX9" fmla="*/ 31531 w 725871"/>
              <a:gd name="csY9" fmla="*/ 571494 h 844763"/>
              <a:gd name="csX10" fmla="*/ 73573 w 725871"/>
              <a:gd name="csY10" fmla="*/ 697618 h 844763"/>
              <a:gd name="csX11" fmla="*/ 94593 w 725871"/>
              <a:gd name="csY11" fmla="*/ 729149 h 844763"/>
              <a:gd name="csX12" fmla="*/ 126124 w 725871"/>
              <a:gd name="csY12" fmla="*/ 750170 h 844763"/>
              <a:gd name="csX13" fmla="*/ 168166 w 725871"/>
              <a:gd name="csY13" fmla="*/ 823742 h 844763"/>
              <a:gd name="csX14" fmla="*/ 241738 w 725871"/>
              <a:gd name="csY14" fmla="*/ 844763 h 844763"/>
              <a:gd name="csX15" fmla="*/ 367862 w 725871"/>
              <a:gd name="csY15" fmla="*/ 834253 h 844763"/>
              <a:gd name="csX16" fmla="*/ 399393 w 725871"/>
              <a:gd name="csY16" fmla="*/ 823742 h 844763"/>
              <a:gd name="csX17" fmla="*/ 409904 w 725871"/>
              <a:gd name="csY17" fmla="*/ 792211 h 844763"/>
              <a:gd name="csX18" fmla="*/ 420414 w 725871"/>
              <a:gd name="csY18" fmla="*/ 624046 h 844763"/>
              <a:gd name="csX19" fmla="*/ 451945 w 725871"/>
              <a:gd name="csY19" fmla="*/ 582004 h 844763"/>
              <a:gd name="csX20" fmla="*/ 515007 w 725871"/>
              <a:gd name="csY20" fmla="*/ 539963 h 844763"/>
              <a:gd name="csX21" fmla="*/ 546538 w 725871"/>
              <a:gd name="csY21" fmla="*/ 518942 h 844763"/>
              <a:gd name="csX22" fmla="*/ 578069 w 725871"/>
              <a:gd name="csY22" fmla="*/ 508432 h 844763"/>
              <a:gd name="csX23" fmla="*/ 599090 w 725871"/>
              <a:gd name="csY23" fmla="*/ 445370 h 844763"/>
              <a:gd name="csX24" fmla="*/ 609600 w 725871"/>
              <a:gd name="csY24" fmla="*/ 413839 h 844763"/>
              <a:gd name="csX25" fmla="*/ 620110 w 725871"/>
              <a:gd name="csY25" fmla="*/ 371798 h 844763"/>
              <a:gd name="csX26" fmla="*/ 641131 w 725871"/>
              <a:gd name="csY26" fmla="*/ 340267 h 844763"/>
              <a:gd name="csX27" fmla="*/ 704193 w 725871"/>
              <a:gd name="csY27" fmla="*/ 298225 h 844763"/>
              <a:gd name="csX28" fmla="*/ 725214 w 725871"/>
              <a:gd name="csY28" fmla="*/ 235163 h 844763"/>
              <a:gd name="csX29" fmla="*/ 693683 w 725871"/>
              <a:gd name="csY29" fmla="*/ 119549 h 844763"/>
              <a:gd name="csX30" fmla="*/ 662152 w 725871"/>
              <a:gd name="csY30" fmla="*/ 98529 h 844763"/>
              <a:gd name="csX31" fmla="*/ 651642 w 725871"/>
              <a:gd name="csY31" fmla="*/ 66998 h 844763"/>
              <a:gd name="csX32" fmla="*/ 567559 w 725871"/>
              <a:gd name="csY32" fmla="*/ 3935 h 8447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725871" h="844763">
                <a:moveTo>
                  <a:pt x="567559" y="3935"/>
                </a:moveTo>
                <a:cubicBezTo>
                  <a:pt x="485228" y="-4824"/>
                  <a:pt x="293773" y="2071"/>
                  <a:pt x="157655" y="14446"/>
                </a:cubicBezTo>
                <a:cubicBezTo>
                  <a:pt x="137311" y="16296"/>
                  <a:pt x="123376" y="36841"/>
                  <a:pt x="105104" y="45977"/>
                </a:cubicBezTo>
                <a:cubicBezTo>
                  <a:pt x="95195" y="50932"/>
                  <a:pt x="84083" y="52984"/>
                  <a:pt x="73573" y="56487"/>
                </a:cubicBezTo>
                <a:cubicBezTo>
                  <a:pt x="30972" y="120387"/>
                  <a:pt x="71130" y="52492"/>
                  <a:pt x="42042" y="130060"/>
                </a:cubicBezTo>
                <a:cubicBezTo>
                  <a:pt x="36541" y="144730"/>
                  <a:pt x="26523" y="157431"/>
                  <a:pt x="21021" y="172101"/>
                </a:cubicBezTo>
                <a:cubicBezTo>
                  <a:pt x="15949" y="185626"/>
                  <a:pt x="14478" y="200253"/>
                  <a:pt x="10510" y="214142"/>
                </a:cubicBezTo>
                <a:cubicBezTo>
                  <a:pt x="7466" y="224795"/>
                  <a:pt x="3503" y="235163"/>
                  <a:pt x="0" y="245673"/>
                </a:cubicBezTo>
                <a:cubicBezTo>
                  <a:pt x="4281" y="339859"/>
                  <a:pt x="-187" y="444527"/>
                  <a:pt x="21021" y="539963"/>
                </a:cubicBezTo>
                <a:cubicBezTo>
                  <a:pt x="23424" y="550778"/>
                  <a:pt x="28616" y="560806"/>
                  <a:pt x="31531" y="571494"/>
                </a:cubicBezTo>
                <a:cubicBezTo>
                  <a:pt x="52506" y="648404"/>
                  <a:pt x="41717" y="641870"/>
                  <a:pt x="73573" y="697618"/>
                </a:cubicBezTo>
                <a:cubicBezTo>
                  <a:pt x="79840" y="708585"/>
                  <a:pt x="85661" y="720217"/>
                  <a:pt x="94593" y="729149"/>
                </a:cubicBezTo>
                <a:cubicBezTo>
                  <a:pt x="103525" y="738081"/>
                  <a:pt x="115614" y="743163"/>
                  <a:pt x="126124" y="750170"/>
                </a:cubicBezTo>
                <a:cubicBezTo>
                  <a:pt x="131297" y="760515"/>
                  <a:pt x="155786" y="813838"/>
                  <a:pt x="168166" y="823742"/>
                </a:cubicBezTo>
                <a:cubicBezTo>
                  <a:pt x="175022" y="829227"/>
                  <a:pt x="238988" y="844075"/>
                  <a:pt x="241738" y="844763"/>
                </a:cubicBezTo>
                <a:cubicBezTo>
                  <a:pt x="283779" y="841260"/>
                  <a:pt x="326045" y="839829"/>
                  <a:pt x="367862" y="834253"/>
                </a:cubicBezTo>
                <a:cubicBezTo>
                  <a:pt x="378844" y="832789"/>
                  <a:pt x="391559" y="831576"/>
                  <a:pt x="399393" y="823742"/>
                </a:cubicBezTo>
                <a:cubicBezTo>
                  <a:pt x="407227" y="815908"/>
                  <a:pt x="406400" y="802721"/>
                  <a:pt x="409904" y="792211"/>
                </a:cubicBezTo>
                <a:cubicBezTo>
                  <a:pt x="413407" y="736156"/>
                  <a:pt x="409399" y="679120"/>
                  <a:pt x="420414" y="624046"/>
                </a:cubicBezTo>
                <a:cubicBezTo>
                  <a:pt x="423849" y="606869"/>
                  <a:pt x="440545" y="595304"/>
                  <a:pt x="451945" y="582004"/>
                </a:cubicBezTo>
                <a:cubicBezTo>
                  <a:pt x="483437" y="545263"/>
                  <a:pt x="475243" y="553217"/>
                  <a:pt x="515007" y="539963"/>
                </a:cubicBezTo>
                <a:cubicBezTo>
                  <a:pt x="525517" y="532956"/>
                  <a:pt x="535240" y="524591"/>
                  <a:pt x="546538" y="518942"/>
                </a:cubicBezTo>
                <a:cubicBezTo>
                  <a:pt x="556447" y="513987"/>
                  <a:pt x="571630" y="517447"/>
                  <a:pt x="578069" y="508432"/>
                </a:cubicBezTo>
                <a:cubicBezTo>
                  <a:pt x="590948" y="490402"/>
                  <a:pt x="592083" y="466391"/>
                  <a:pt x="599090" y="445370"/>
                </a:cubicBezTo>
                <a:cubicBezTo>
                  <a:pt x="602593" y="434860"/>
                  <a:pt x="606913" y="424587"/>
                  <a:pt x="609600" y="413839"/>
                </a:cubicBezTo>
                <a:cubicBezTo>
                  <a:pt x="613103" y="399825"/>
                  <a:pt x="614420" y="385075"/>
                  <a:pt x="620110" y="371798"/>
                </a:cubicBezTo>
                <a:cubicBezTo>
                  <a:pt x="625086" y="360187"/>
                  <a:pt x="631625" y="348585"/>
                  <a:pt x="641131" y="340267"/>
                </a:cubicBezTo>
                <a:cubicBezTo>
                  <a:pt x="660144" y="323631"/>
                  <a:pt x="704193" y="298225"/>
                  <a:pt x="704193" y="298225"/>
                </a:cubicBezTo>
                <a:cubicBezTo>
                  <a:pt x="711200" y="277204"/>
                  <a:pt x="729559" y="256891"/>
                  <a:pt x="725214" y="235163"/>
                </a:cubicBezTo>
                <a:cubicBezTo>
                  <a:pt x="721936" y="218773"/>
                  <a:pt x="705993" y="127756"/>
                  <a:pt x="693683" y="119549"/>
                </a:cubicBezTo>
                <a:lnTo>
                  <a:pt x="662152" y="98529"/>
                </a:lnTo>
                <a:cubicBezTo>
                  <a:pt x="658649" y="88019"/>
                  <a:pt x="659476" y="74832"/>
                  <a:pt x="651642" y="66998"/>
                </a:cubicBezTo>
                <a:cubicBezTo>
                  <a:pt x="585664" y="1020"/>
                  <a:pt x="649890" y="12694"/>
                  <a:pt x="567559" y="393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CCBC6CB-87C3-B4F1-1B86-DAD0DD76663A}"/>
              </a:ext>
            </a:extLst>
          </p:cNvPr>
          <p:cNvSpPr/>
          <p:nvPr/>
        </p:nvSpPr>
        <p:spPr>
          <a:xfrm>
            <a:off x="9985701" y="2205465"/>
            <a:ext cx="229480" cy="403062"/>
          </a:xfrm>
          <a:custGeom>
            <a:avLst/>
            <a:gdLst>
              <a:gd name="csX0" fmla="*/ 44882 w 360192"/>
              <a:gd name="csY0" fmla="*/ 536028 h 632647"/>
              <a:gd name="csX1" fmla="*/ 2841 w 360192"/>
              <a:gd name="csY1" fmla="*/ 451945 h 632647"/>
              <a:gd name="csX2" fmla="*/ 13351 w 360192"/>
              <a:gd name="csY2" fmla="*/ 420414 h 632647"/>
              <a:gd name="csX3" fmla="*/ 34372 w 360192"/>
              <a:gd name="csY3" fmla="*/ 388883 h 632647"/>
              <a:gd name="csX4" fmla="*/ 55392 w 360192"/>
              <a:gd name="csY4" fmla="*/ 315311 h 632647"/>
              <a:gd name="csX5" fmla="*/ 34372 w 360192"/>
              <a:gd name="csY5" fmla="*/ 147145 h 632647"/>
              <a:gd name="csX6" fmla="*/ 13351 w 360192"/>
              <a:gd name="csY6" fmla="*/ 115614 h 632647"/>
              <a:gd name="csX7" fmla="*/ 13351 w 360192"/>
              <a:gd name="csY7" fmla="*/ 31531 h 632647"/>
              <a:gd name="csX8" fmla="*/ 76413 w 360192"/>
              <a:gd name="csY8" fmla="*/ 10511 h 632647"/>
              <a:gd name="csX9" fmla="*/ 107944 w 360192"/>
              <a:gd name="csY9" fmla="*/ 0 h 632647"/>
              <a:gd name="csX10" fmla="*/ 276110 w 360192"/>
              <a:gd name="csY10" fmla="*/ 21021 h 632647"/>
              <a:gd name="csX11" fmla="*/ 307641 w 360192"/>
              <a:gd name="csY11" fmla="*/ 42042 h 632647"/>
              <a:gd name="csX12" fmla="*/ 360192 w 360192"/>
              <a:gd name="csY12" fmla="*/ 220718 h 632647"/>
              <a:gd name="csX13" fmla="*/ 349682 w 360192"/>
              <a:gd name="csY13" fmla="*/ 515007 h 632647"/>
              <a:gd name="csX14" fmla="*/ 318151 w 360192"/>
              <a:gd name="csY14" fmla="*/ 578069 h 632647"/>
              <a:gd name="csX15" fmla="*/ 276110 w 360192"/>
              <a:gd name="csY15" fmla="*/ 588580 h 632647"/>
              <a:gd name="csX16" fmla="*/ 244579 w 360192"/>
              <a:gd name="csY16" fmla="*/ 599090 h 632647"/>
              <a:gd name="csX17" fmla="*/ 65903 w 360192"/>
              <a:gd name="csY17" fmla="*/ 609600 h 632647"/>
              <a:gd name="csX18" fmla="*/ 44882 w 360192"/>
              <a:gd name="csY18" fmla="*/ 578069 h 632647"/>
              <a:gd name="csX19" fmla="*/ 44882 w 360192"/>
              <a:gd name="csY19" fmla="*/ 536028 h 632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360192" h="632647">
                <a:moveTo>
                  <a:pt x="44882" y="536028"/>
                </a:moveTo>
                <a:cubicBezTo>
                  <a:pt x="37875" y="515007"/>
                  <a:pt x="2841" y="474573"/>
                  <a:pt x="2841" y="451945"/>
                </a:cubicBezTo>
                <a:cubicBezTo>
                  <a:pt x="2841" y="440866"/>
                  <a:pt x="8396" y="430323"/>
                  <a:pt x="13351" y="420414"/>
                </a:cubicBezTo>
                <a:cubicBezTo>
                  <a:pt x="19000" y="409116"/>
                  <a:pt x="27365" y="399393"/>
                  <a:pt x="34372" y="388883"/>
                </a:cubicBezTo>
                <a:cubicBezTo>
                  <a:pt x="39328" y="374014"/>
                  <a:pt x="55392" y="328508"/>
                  <a:pt x="55392" y="315311"/>
                </a:cubicBezTo>
                <a:cubicBezTo>
                  <a:pt x="55392" y="293251"/>
                  <a:pt x="56572" y="191544"/>
                  <a:pt x="34372" y="147145"/>
                </a:cubicBezTo>
                <a:cubicBezTo>
                  <a:pt x="28723" y="135847"/>
                  <a:pt x="20358" y="126124"/>
                  <a:pt x="13351" y="115614"/>
                </a:cubicBezTo>
                <a:cubicBezTo>
                  <a:pt x="5058" y="90733"/>
                  <a:pt x="-12015" y="56897"/>
                  <a:pt x="13351" y="31531"/>
                </a:cubicBezTo>
                <a:cubicBezTo>
                  <a:pt x="29019" y="15863"/>
                  <a:pt x="55392" y="17518"/>
                  <a:pt x="76413" y="10511"/>
                </a:cubicBezTo>
                <a:lnTo>
                  <a:pt x="107944" y="0"/>
                </a:lnTo>
                <a:cubicBezTo>
                  <a:pt x="134013" y="2005"/>
                  <a:pt x="230739" y="-1665"/>
                  <a:pt x="276110" y="21021"/>
                </a:cubicBezTo>
                <a:cubicBezTo>
                  <a:pt x="287408" y="26670"/>
                  <a:pt x="297131" y="35035"/>
                  <a:pt x="307641" y="42042"/>
                </a:cubicBezTo>
                <a:cubicBezTo>
                  <a:pt x="371147" y="137302"/>
                  <a:pt x="347395" y="79944"/>
                  <a:pt x="360192" y="220718"/>
                </a:cubicBezTo>
                <a:cubicBezTo>
                  <a:pt x="356689" y="318814"/>
                  <a:pt x="356001" y="417052"/>
                  <a:pt x="349682" y="515007"/>
                </a:cubicBezTo>
                <a:cubicBezTo>
                  <a:pt x="348739" y="529626"/>
                  <a:pt x="329855" y="570266"/>
                  <a:pt x="318151" y="578069"/>
                </a:cubicBezTo>
                <a:cubicBezTo>
                  <a:pt x="306132" y="586082"/>
                  <a:pt x="289999" y="584612"/>
                  <a:pt x="276110" y="588580"/>
                </a:cubicBezTo>
                <a:cubicBezTo>
                  <a:pt x="265457" y="591624"/>
                  <a:pt x="255089" y="595587"/>
                  <a:pt x="244579" y="599090"/>
                </a:cubicBezTo>
                <a:cubicBezTo>
                  <a:pt x="180127" y="642058"/>
                  <a:pt x="194529" y="641757"/>
                  <a:pt x="65903" y="609600"/>
                </a:cubicBezTo>
                <a:cubicBezTo>
                  <a:pt x="53648" y="606536"/>
                  <a:pt x="52461" y="588174"/>
                  <a:pt x="44882" y="578069"/>
                </a:cubicBezTo>
                <a:cubicBezTo>
                  <a:pt x="41909" y="574105"/>
                  <a:pt x="51889" y="557049"/>
                  <a:pt x="44882" y="5360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119055-ED91-6623-E96A-E5210EDA0BBA}"/>
              </a:ext>
            </a:extLst>
          </p:cNvPr>
          <p:cNvGrpSpPr/>
          <p:nvPr/>
        </p:nvGrpSpPr>
        <p:grpSpPr>
          <a:xfrm>
            <a:off x="1033410" y="974393"/>
            <a:ext cx="5406171" cy="1435489"/>
            <a:chOff x="1033410" y="974393"/>
            <a:chExt cx="5406171" cy="143548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C744C52-917A-36ED-B609-DE1B39D80689}"/>
                </a:ext>
              </a:extLst>
            </p:cNvPr>
            <p:cNvCxnSpPr>
              <a:cxnSpLocks/>
            </p:cNvCxnSpPr>
            <p:nvPr/>
          </p:nvCxnSpPr>
          <p:spPr>
            <a:xfrm>
              <a:off x="1040524" y="1503117"/>
              <a:ext cx="5197365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BFAD693-63E3-5681-EDD8-3D051B40E475}"/>
                </a:ext>
              </a:extLst>
            </p:cNvPr>
            <p:cNvSpPr/>
            <p:nvPr/>
          </p:nvSpPr>
          <p:spPr>
            <a:xfrm>
              <a:off x="2326886" y="1402444"/>
              <a:ext cx="642286" cy="22044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70A377D-ED60-34CB-DE24-4342C7CDCF4E}"/>
                </a:ext>
              </a:extLst>
            </p:cNvPr>
            <p:cNvSpPr/>
            <p:nvPr/>
          </p:nvSpPr>
          <p:spPr>
            <a:xfrm>
              <a:off x="3483870" y="1402444"/>
              <a:ext cx="473839" cy="2288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B04ED8-0A7C-7917-6EE2-90E1031EF639}"/>
                </a:ext>
              </a:extLst>
            </p:cNvPr>
            <p:cNvSpPr/>
            <p:nvPr/>
          </p:nvSpPr>
          <p:spPr>
            <a:xfrm>
              <a:off x="4824248" y="1394066"/>
              <a:ext cx="473839" cy="2288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1C7ACB-2B00-CBA8-5501-2EBF64381B7A}"/>
                </a:ext>
              </a:extLst>
            </p:cNvPr>
            <p:cNvSpPr/>
            <p:nvPr/>
          </p:nvSpPr>
          <p:spPr>
            <a:xfrm>
              <a:off x="5590080" y="1382538"/>
              <a:ext cx="405367" cy="228818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Down Arrow 24">
              <a:extLst>
                <a:ext uri="{FF2B5EF4-FFF2-40B4-BE49-F238E27FC236}">
                  <a16:creationId xmlns:a16="http://schemas.microsoft.com/office/drawing/2014/main" id="{F7D4341C-9187-69FC-F80F-CACD24ABA829}"/>
                </a:ext>
              </a:extLst>
            </p:cNvPr>
            <p:cNvSpPr/>
            <p:nvPr/>
          </p:nvSpPr>
          <p:spPr>
            <a:xfrm>
              <a:off x="1145628" y="1270331"/>
              <a:ext cx="120165" cy="224415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Down Arrow 25">
              <a:extLst>
                <a:ext uri="{FF2B5EF4-FFF2-40B4-BE49-F238E27FC236}">
                  <a16:creationId xmlns:a16="http://schemas.microsoft.com/office/drawing/2014/main" id="{F0299B48-C06B-7575-B644-B4F9D5929088}"/>
                </a:ext>
              </a:extLst>
            </p:cNvPr>
            <p:cNvSpPr/>
            <p:nvPr/>
          </p:nvSpPr>
          <p:spPr>
            <a:xfrm>
              <a:off x="1677808" y="1274298"/>
              <a:ext cx="120165" cy="228818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1F57B1-D1FE-3DE0-F0B8-A09A065542A0}"/>
                </a:ext>
              </a:extLst>
            </p:cNvPr>
            <p:cNvSpPr txBox="1"/>
            <p:nvPr/>
          </p:nvSpPr>
          <p:spPr>
            <a:xfrm>
              <a:off x="1058411" y="974393"/>
              <a:ext cx="5421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-126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D36E72-F900-1CD2-D836-721F9F293F2A}"/>
                </a:ext>
              </a:extLst>
            </p:cNvPr>
            <p:cNvSpPr txBox="1"/>
            <p:nvPr/>
          </p:nvSpPr>
          <p:spPr>
            <a:xfrm>
              <a:off x="1579003" y="974394"/>
              <a:ext cx="4427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-54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7024FF8-EF84-14F4-7766-08B83EA05027}"/>
                </a:ext>
              </a:extLst>
            </p:cNvPr>
            <p:cNvSpPr txBox="1"/>
            <p:nvPr/>
          </p:nvSpPr>
          <p:spPr>
            <a:xfrm>
              <a:off x="1033410" y="1503116"/>
              <a:ext cx="5885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C&gt;T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2DB515-5699-FCBE-B82D-CEEF55310552}"/>
                </a:ext>
              </a:extLst>
            </p:cNvPr>
            <p:cNvSpPr txBox="1"/>
            <p:nvPr/>
          </p:nvSpPr>
          <p:spPr>
            <a:xfrm>
              <a:off x="1599814" y="1487683"/>
              <a:ext cx="6726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G&gt;C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2C5DE0C-1993-6627-6516-FF33AACC1BBD}"/>
                </a:ext>
              </a:extLst>
            </p:cNvPr>
            <p:cNvSpPr txBox="1"/>
            <p:nvPr/>
          </p:nvSpPr>
          <p:spPr>
            <a:xfrm>
              <a:off x="1943395" y="2071328"/>
              <a:ext cx="449618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kern="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U11/U12 small nuclear ribonucleoprotein</a:t>
              </a:r>
              <a:r>
                <a:rPr lang="en-US" sz="160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C52970D-6D7D-C17A-6F2D-CE1686A14D20}"/>
                </a:ext>
              </a:extLst>
            </p:cNvPr>
            <p:cNvSpPr txBox="1"/>
            <p:nvPr/>
          </p:nvSpPr>
          <p:spPr>
            <a:xfrm>
              <a:off x="3388261" y="976661"/>
              <a:ext cx="143598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i="1" kern="0" dirty="0">
                  <a:effectLst/>
                  <a:latin typeface="Arial" panose="020B060402020202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SNRNP25</a:t>
              </a:r>
              <a:r>
                <a:rPr lang="en-US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Down Arrow 39">
              <a:extLst>
                <a:ext uri="{FF2B5EF4-FFF2-40B4-BE49-F238E27FC236}">
                  <a16:creationId xmlns:a16="http://schemas.microsoft.com/office/drawing/2014/main" id="{30DD0B54-FF55-3CE4-43F1-D3CABE03213B}"/>
                </a:ext>
              </a:extLst>
            </p:cNvPr>
            <p:cNvSpPr/>
            <p:nvPr/>
          </p:nvSpPr>
          <p:spPr>
            <a:xfrm>
              <a:off x="3720789" y="1755512"/>
              <a:ext cx="319143" cy="335229"/>
            </a:xfrm>
            <a:prstGeom prst="down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3583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22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Kuo, Wen-Hsi</dc:creator>
  <cp:lastModifiedBy>Kuo, Wen-Hsi</cp:lastModifiedBy>
  <cp:revision>1</cp:revision>
  <dcterms:created xsi:type="dcterms:W3CDTF">2026-05-19T16:56:25Z</dcterms:created>
  <dcterms:modified xsi:type="dcterms:W3CDTF">2026-05-19T22:22:11Z</dcterms:modified>
</cp:coreProperties>
</file>